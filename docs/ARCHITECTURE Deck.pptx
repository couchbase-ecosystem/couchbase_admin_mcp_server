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3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157276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1645920"/>
            <a:ext cx="219456" cy="182880"/>
          </a:xfrm>
          <a:prstGeom prst="ellipse">
            <a:avLst/>
          </a:prstGeom>
          <a:solidFill>
            <a:srgbClr val="FDF3E4"/>
          </a:solidFill>
          <a:ln w="12700">
            <a:solidFill>
              <a:srgbClr val="FDF3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55448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58368" y="2121408"/>
            <a:ext cx="64922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Couchbase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393192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an AI agent brings a Couchbase environment up, seeds it with known data, uses it, tears it down, and remembers enough to do it again, across </a:t>
            </a:r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Server Enterprise Edition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Capella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58368" y="523036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A97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reference  ·  [Customer]  ·  [Date]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528048" y="932688"/>
            <a:ext cx="566928" cy="566928"/>
          </a:xfrm>
          <a:prstGeom prst="diamond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49056" y="1645920"/>
            <a:ext cx="2798064" cy="457200"/>
          </a:xfrm>
          <a:prstGeom prst="rect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49056" y="2103120"/>
            <a:ext cx="2798064" cy="4572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49056" y="2560320"/>
            <a:ext cx="2798064" cy="45720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49056" y="3017520"/>
            <a:ext cx="2798064" cy="457200"/>
          </a:xfrm>
          <a:prstGeom prst="rect">
            <a:avLst/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49056" y="3474720"/>
            <a:ext cx="2798064" cy="457200"/>
          </a:xfrm>
          <a:prstGeom prst="rect">
            <a:avLst/>
          </a:prstGeom>
          <a:solidFill>
            <a:srgbClr val="B8161B"/>
          </a:solidFill>
          <a:ln w="12700">
            <a:solidFill>
              <a:srgbClr val="B816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49056" y="3931920"/>
            <a:ext cx="2798064" cy="4572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49056" y="4389120"/>
            <a:ext cx="2798064" cy="457200"/>
          </a:xfrm>
          <a:prstGeom prst="rect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9056" y="4846320"/>
            <a:ext cx="2798064" cy="45720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SYSTEM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operates a database needs four different things.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700784"/>
            <a:ext cx="93524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any two of them produces an architecture that works in a demo and fails in an organization.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487168"/>
            <a:ext cx="2551176" cy="26151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6883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96112" y="2999232"/>
            <a:ext cx="207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3877056"/>
            <a:ext cx="207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destroy clusters, buckets, credentials and allowlists.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2487168"/>
            <a:ext cx="2551176" cy="26151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66744" y="26883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66744" y="2999232"/>
            <a:ext cx="207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data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666744" y="3877056"/>
            <a:ext cx="207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documents in, get documents out, query and index them.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9632" y="2487168"/>
            <a:ext cx="2551176" cy="26151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6883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37376" y="2999232"/>
            <a:ext cx="207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did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37376" y="3877056"/>
            <a:ext cx="207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that survives a session boundary, a restart, a new operator.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70264" y="2487168"/>
            <a:ext cx="2551176" cy="2615184"/>
          </a:xfrm>
          <a:prstGeom prst="roundRect">
            <a:avLst>
              <a:gd name="adj" fmla="val 2151"/>
            </a:avLst>
          </a:prstGeom>
          <a:solidFill>
            <a:srgbClr val="FBE7CB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08008" y="26883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08008" y="2999232"/>
            <a:ext cx="207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may do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208008" y="3877056"/>
            <a:ext cx="207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governed definition of the surface it is allowed to touch.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are four components, and they are separated along the line that matters: blast radius.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ONE IS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components. One boundary each.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645920"/>
            <a:ext cx="93524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holds a different credential and a different capacity to do damage.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286000"/>
            <a:ext cx="10874959" cy="676656"/>
          </a:xfrm>
          <a:prstGeom prst="roundRect">
            <a:avLst>
              <a:gd name="adj" fmla="val 6757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42032"/>
            <a:ext cx="164592" cy="164592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7008" y="2286000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MCP Server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133088" y="2286000"/>
            <a:ext cx="712591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Infrastructure: clusters, buckets, scopes, credentials, allowlists  ·  284 tools  ·  this repository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3063240"/>
            <a:ext cx="10874959" cy="676656"/>
          </a:xfrm>
          <a:prstGeom prst="roundRect">
            <a:avLst>
              <a:gd name="adj" fmla="val 6757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319272"/>
            <a:ext cx="164592" cy="16459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7008" y="3063240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MCP Server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133088" y="3063240"/>
            <a:ext cx="712591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documents, SQL++ queries, indexes  ·  AI Data Plane  ·  PyPI and Docker Hub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" y="3840480"/>
            <a:ext cx="10874959" cy="676656"/>
          </a:xfrm>
          <a:prstGeom prst="roundRect">
            <a:avLst>
              <a:gd name="adj" fmla="val 6757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96512"/>
            <a:ext cx="164592" cy="164592"/>
          </a:xfrm>
          <a:prstGeom prst="ellipse">
            <a:avLst/>
          </a:prstGeom>
          <a:solidFill>
            <a:srgbClr val="A9741F"/>
          </a:solidFill>
          <a:ln w="12700">
            <a:solidFill>
              <a:srgbClr val="A974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3840480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Memory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133088" y="3840480"/>
            <a:ext cx="712591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knows across sessions  ·  stateless container  ·  REST or Python SDK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4617720"/>
            <a:ext cx="10874959" cy="676656"/>
          </a:xfrm>
          <a:prstGeom prst="roundRect">
            <a:avLst>
              <a:gd name="adj" fmla="val 6757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873752"/>
            <a:ext cx="164592" cy="164592"/>
          </a:xfrm>
          <a:prstGeom prst="ellipse">
            <a:avLst/>
          </a:prstGeom>
          <a:solidFill>
            <a:srgbClr val="8A6A3B"/>
          </a:solidFill>
          <a:ln w="12700">
            <a:solidFill>
              <a:srgbClr val="8A6A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07008" y="4617720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Catalog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4133088" y="4617720"/>
            <a:ext cx="712591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is allowed to find  ·  versioned by git commit  ·  nothing at runtime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against Couchbase Server Enterprise Edition or Couchbase Capella. The Admin MCP decides which at startup.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MCP SERVERS, NOT ONE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surface would be simpler. It would also be wrong.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5272888" cy="3127248"/>
          </a:xfrm>
          <a:prstGeom prst="roundRect">
            <a:avLst>
              <a:gd name="adj" fmla="val 2047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084832"/>
            <a:ext cx="465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MCP Server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9264" y="2468880"/>
            <a:ext cx="4651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destroys infrastructure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9264" y="2889504"/>
            <a:ext cx="46510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Capella API key, or a cluster administrator credential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bursts, at the start and end of a run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absent from the steady-state deployment entirely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444398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CLOSED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0440" y="1883664"/>
            <a:ext cx="5272888" cy="3127248"/>
          </a:xfrm>
          <a:prstGeom prst="roundRect">
            <a:avLst>
              <a:gd name="adj" fmla="val 2047"/>
            </a:avLst>
          </a:prstGeom>
          <a:solidFill>
            <a:srgbClr val="FBCF95"/>
          </a:solidFill>
          <a:ln w="12700">
            <a:solidFill>
              <a:srgbClr val="FBCF9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71336" y="2084832"/>
            <a:ext cx="465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MCP Server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71336" y="2468880"/>
            <a:ext cx="4651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1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and writes documents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71336" y="2889504"/>
            <a:ext cx="46510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least-privilege database user, scoped to one collection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continuously alongside the workload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stay present for as long as the agent works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71336" y="444398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1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OPEN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credentials, different blast radii, and different answers to “may the agent do this without asking?”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ASYMMETRY THAT MATTERS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fails closed. The other fails open.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58368" y="2121408"/>
            <a:ext cx="5272888" cy="2798064"/>
          </a:xfrm>
          <a:prstGeom prst="roundRect">
            <a:avLst>
              <a:gd name="adj" fmla="val 2288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322576"/>
            <a:ext cx="4651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MCP Server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9264" y="2670048"/>
            <a:ext cx="4651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confirmation gate is elicitation: the server asks the client to ask the human.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9264" y="3310128"/>
            <a:ext cx="4651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the client does not support elicitation, the tool executes without confirmation.”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4059936"/>
            <a:ext cx="4651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human present the gate does not refuse. It disappears.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0440" y="2121408"/>
            <a:ext cx="5272888" cy="2798064"/>
          </a:xfrm>
          <a:prstGeom prst="roundRect">
            <a:avLst>
              <a:gd name="adj" fmla="val 2288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71336" y="2322576"/>
            <a:ext cx="4651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MCP Server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71336" y="2670048"/>
            <a:ext cx="4651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confirmation gate is a token the caller must supply, checked against a scope.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71336" y="3310128"/>
            <a:ext cx="4651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gated write is denied when no human is present and no automation scope was granted.”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71336" y="4059936"/>
            <a:ext cx="4651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human present the answer becomes a refusal, and the refusal is audited.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a single operational policy across both servers is not yet possible.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8C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MCP SERVER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 tools. Three deployment modes. One loaded set.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700784"/>
            <a:ext cx="93524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 is decided at startup, and a tool that does not apply to the target is never loaded at all.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468880"/>
            <a:ext cx="3438144" cy="2377440"/>
          </a:xfrm>
          <a:prstGeom prst="roundRect">
            <a:avLst>
              <a:gd name="adj" fmla="val 2692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615184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950976" y="3584448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self_managed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50976" y="3913632"/>
            <a:ext cx="2852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admin_* tools plus 19 deployment-neutral cb_* tools. No capella_* tools.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2544" y="2468880"/>
            <a:ext cx="3438144" cy="2377440"/>
          </a:xfrm>
          <a:prstGeom prst="roundRect">
            <a:avLst>
              <a:gd name="adj" fmla="val 2692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615184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A2F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4645152" y="3584448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6B44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capella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45152" y="3913632"/>
            <a:ext cx="2852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2F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capella_* family: 125 v4 primitives plus 8 orchestration and 4 fixture tools. The shared cb_* tools and one allowlisted admin_* load alongside.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438144" cy="2377440"/>
          </a:xfrm>
          <a:prstGeom prst="roundRect">
            <a:avLst>
              <a:gd name="adj" fmla="val 2692"/>
            </a:avLst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9328" y="2615184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8339328" y="3584448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FF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39328" y="3913632"/>
            <a:ext cx="2852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regardless. Useful when developing, wrong when an agent is choosing from the list.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125 Capella primitives are generated from one registry of operation records. Counts measured 2026-09-14. Only cb_* loads against both interfaces.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BETWEEN A TOOL CALL AND A CLUSTER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checks, in order, with one recorded outcome.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048256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2249424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226771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98448" y="223113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gating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2615184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is loaded for this target at all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2048256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8456" y="2249424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48456" y="226771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9080" y="223113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48456" y="2615184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 from the validated token, never from an argument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9632" y="2048256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2249424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9088" y="226771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39712" y="223113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mode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19088" y="2615184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 refused outright when it is 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70264" y="2048256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89720" y="2249424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9720" y="226771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10344" y="223113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89720" y="2615184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writes need an explicit token, not a prompt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" y="3474720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7824" y="3675888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369417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98448" y="36576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ceiling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77824" y="4041648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no argument and no scope can exceed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429000" y="3474720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48456" y="3675888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48456" y="369417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9080" y="36576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648456" y="4041648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Capella project allowlist and name patterns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199632" y="3474720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19088" y="3675888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19088" y="369417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839712" y="36576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allowlist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419088" y="4041648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wherever a request tells the cluster to dial out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970264" y="3474720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89720" y="363931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audit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89720" y="3968496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per call, allowed or denied, with the identity that attempted it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vocabulary is closed, so the log aggregates without parsing prose: allowed, denied_scope, denied_read_only, denied_confirmation, denied_hard_ceiling, denied_guardrail, denied_egress.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MEMORY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knows across sessions.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88366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97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58368" y="22311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→ Sessions → Memory blocks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250545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is active or ended. Ended is permanent; its blocks stay readable.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296265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 ·  Profile  ·  Semantic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session, across sessions, and factual grounding.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369417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per block, per session, global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396849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specific value wins.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" y="44256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resolution by timestamp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470001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recent write is the one that survives.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45936" y="1883664"/>
            <a:ext cx="5187391" cy="3035808"/>
          </a:xfrm>
          <a:prstGeom prst="roundRect">
            <a:avLst>
              <a:gd name="adj" fmla="val 2108"/>
            </a:avLst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2103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D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MISTAKE TO AVOID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675120" y="241401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store the corpus in memory.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75120" y="2816352"/>
            <a:ext cx="4846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are summarized and embedded, optimized for semantic recall rather than fidelity. What comes back is a good summary of a document, not the document.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675120" y="3712464"/>
            <a:ext cx="48463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the pointer instead: bucket, scope, collection, corpus version, expected document count. Then reload from the source and assert the count against the number memory recorded.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states it plainly: Agent Memory does not provide support for non-textual content.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8C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CATALOG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run-book under source control.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700784"/>
            <a:ext cx="93524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record kinds, indexed from a clean git working directory and addressable by commit.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450592"/>
            <a:ext cx="2093976" cy="566928"/>
          </a:xfrm>
          <a:prstGeom prst="roundRect">
            <a:avLst>
              <a:gd name="adj" fmla="val 16129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45059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C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python_function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926080" y="2450592"/>
            <a:ext cx="2093976" cy="566928"/>
          </a:xfrm>
          <a:prstGeom prst="roundRect">
            <a:avLst>
              <a:gd name="adj" fmla="val 16129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245059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C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sqlpp_query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193792" y="2450592"/>
            <a:ext cx="2093976" cy="566928"/>
          </a:xfrm>
          <a:prstGeom prst="roundRect">
            <a:avLst>
              <a:gd name="adj" fmla="val 16129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93792" y="245059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C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semantic_search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461504" y="2450592"/>
            <a:ext cx="2093976" cy="566928"/>
          </a:xfrm>
          <a:prstGeom prst="roundRect">
            <a:avLst>
              <a:gd name="adj" fmla="val 16129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61504" y="245059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C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http_request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729216" y="2450592"/>
            <a:ext cx="2093976" cy="566928"/>
          </a:xfrm>
          <a:prstGeom prst="roundRect">
            <a:avLst>
              <a:gd name="adj" fmla="val 16129"/>
            </a:avLst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29216" y="245059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8368" y="334670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is the commit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58368" y="3675888"/>
            <a:ext cx="3438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requires a clean working directory, so every record carries the hash of the code that produced it. Pin a lookup to a catalog_id and “provision the way we did in March” becomes a concrete instruction.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52544" y="334670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 lives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352544" y="3675888"/>
            <a:ext cx="3438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agent_catalog scope with four collections, inside a bucket you name yourself. Activity logs go to agent_activity.logs. Republishing updates the scope.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46720" y="334670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do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046720" y="3675888"/>
            <a:ext cx="3438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execute anything, so it authorizes nothing. A worker agent handed a tool record still passes the MCP server's own gates.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Prerequisites: Couchbase Server 8.0 or later, Python 3.12+, and Git. The Search Service is optional, and needed only for semantic lookup.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51790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FF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THAT HOLDS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1956816"/>
            <a:ext cx="1032631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catalog decides what an agent can find.</a:t>
            </a:r>
            <a:endParaRPr lang="en-US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decides what it can do.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58368" y="4041648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worker agent handed a tool record still has to pass the MCP server's scope gate, its confirmation gate and its guardrails. That is the control that actually holds, and it is why publishing a tool to the catalog does not widen what any agent is permitted to do.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C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environment's life, in ten steps.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75488" y="1847088"/>
            <a:ext cx="5382616" cy="3383280"/>
          </a:xfrm>
          <a:prstGeom prst="roundRect">
            <a:avLst>
              <a:gd name="adj" fmla="val 1622"/>
            </a:avLst>
          </a:prstGeom>
          <a:solidFill>
            <a:srgbClr val="FEF7EC"/>
          </a:solidFill>
          <a:ln w="12700">
            <a:solidFill>
              <a:srgbClr val="F0E2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32424" y="1847088"/>
            <a:ext cx="5382616" cy="3383280"/>
          </a:xfrm>
          <a:prstGeom prst="roundRect">
            <a:avLst>
              <a:gd name="adj" fmla="val 1622"/>
            </a:avLst>
          </a:prstGeom>
          <a:solidFill>
            <a:srgbClr val="FEF7EC"/>
          </a:solidFill>
          <a:ln w="12700">
            <a:solidFill>
              <a:srgbClr val="F0E2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5910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97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UP AND SEED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315304" y="15910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97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PROVE, USE AND RETIRE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58368" y="201168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87552" y="20116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87552" y="2249424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memory what it knows: does an environment exist, what shape, what data version.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267004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87552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the procedure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87552" y="2907792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provisioning prompt and its permitted tools, from the catalog, pinned to a commit.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332841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33284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87552" y="3566160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Project, cluster, bucket, scope, collection, an allowlist entry with an expiry, a least-privilege credential.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8368" y="398678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87552" y="398678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health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87552" y="4224528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take the connection string from the API, not from a note.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" y="464515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87552" y="46451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87552" y="4882896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indexes deferred, load the base data, build the indexes over settled data.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5304" y="201168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44488" y="20116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644488" y="2249424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documents against the number memory recorded.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5304" y="267004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44488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644488" y="2907792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identifier, shape, data version and expected count, as facts.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15304" y="332841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44488" y="33284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3566160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workload. Between iterations flush, reload, verify again.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15304" y="398678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44488" y="398678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 down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644488" y="4224528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run created, in reverse order, whether or not the run succeeded.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15304" y="464515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44488" y="46451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teardown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644488" y="4882896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next session does not hunt for a cluster that no longer exists.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for 1, 7 and 10. Catalog for 2. Admin MCP for 3, 4 and 9. Couchbase MCP for 5, 6 and 8, because only it can write a document.</a:t>
            </a:r>
            <a:endParaRPr lang="en-US" sz="1450" dirty="0"/>
          </a:p>
        </p:txBody>
      </p:sp>
      <p:sp>
        <p:nvSpPr>
          <p:cNvPr id="39" name="Shape 37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THIS DESIGN PREVENTS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component removes one way to fail.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12848"/>
            <a:ext cx="3438144" cy="2615184"/>
          </a:xfrm>
          <a:prstGeom prst="roundRect">
            <a:avLst>
              <a:gd name="adj" fmla="val 2448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432304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memory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50976" y="2798064"/>
            <a:ext cx="28529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8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rediscovers the environment on every session, and an agent that cannot remember what it built will eventually build it twice.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50976" y="3986784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Capella that is a second billed cluster.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52544" y="2212848"/>
            <a:ext cx="3438144" cy="2615184"/>
          </a:xfrm>
          <a:prstGeom prst="roundRect">
            <a:avLst>
              <a:gd name="adj" fmla="val 2448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5152" y="2432304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catalog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45152" y="2798064"/>
            <a:ext cx="28529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8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procedure lives in whatever prompt was pasted most recently.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45152" y="3986784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runs a week apart are not comparable.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2212848"/>
            <a:ext cx="3438144" cy="2615184"/>
          </a:xfrm>
          <a:prstGeom prst="roundRect">
            <a:avLst>
              <a:gd name="adj" fmla="val 2448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9328" y="2432304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split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39328" y="2798064"/>
            <a:ext cx="28529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8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credential that loads a document is also the credential that can drop the bucket it is loading into.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39328" y="3986784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 injection reaches the whole estate.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components earn their complexity only when combined. This is the sequence they were separated in order to support.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8C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RETENTION AND ARCHIVING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tiers, and the primitive that moves data between them.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700784"/>
            <a:ext cx="93524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design produces data on every run: traces, audit records, and test data reloaded each iteration. None of it removes itself.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615184"/>
            <a:ext cx="2551176" cy="2048256"/>
          </a:xfrm>
          <a:prstGeom prst="roundRect">
            <a:avLst>
              <a:gd name="adj" fmla="val 2679"/>
            </a:avLst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798064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96112" y="3200400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cluster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3529584"/>
            <a:ext cx="20756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Queryable, indexed, and costing memory and disk right now.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2615184"/>
            <a:ext cx="2551176" cy="2048256"/>
          </a:xfrm>
          <a:prstGeom prst="roundRect">
            <a:avLst>
              <a:gd name="adj" fmla="val 2679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66744" y="2798064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100" kern="0" dirty="0">
                <a:solidFill>
                  <a:srgbClr val="4A2F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666744" y="3200400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in the cluster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66744" y="3529584"/>
            <a:ext cx="20756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a TTL that will remove it, on the pager's schedule.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9632" y="2615184"/>
            <a:ext cx="2551176" cy="2048256"/>
          </a:xfrm>
          <a:prstGeom prst="roundRect">
            <a:avLst>
              <a:gd name="adj" fmla="val 2679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798064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100" kern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37376" y="3200400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the cluster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37376" y="3529584"/>
            <a:ext cx="20756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object storage, cheap, and no longer queryable in place.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70264" y="2615184"/>
            <a:ext cx="2551176" cy="2048256"/>
          </a:xfrm>
          <a:prstGeom prst="roundRect">
            <a:avLst>
              <a:gd name="adj" fmla="val 2679"/>
            </a:avLst>
          </a:prstGeom>
          <a:solidFill>
            <a:srgbClr val="D9C4A3"/>
          </a:solidFill>
          <a:ln w="12700">
            <a:solidFill>
              <a:srgbClr val="D9C4A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08008" y="2798064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100" kern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UP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208008" y="3200400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restore-oriented copy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08008" y="3529584"/>
            <a:ext cx="20756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existence and structural inspection, not queries.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is not deletion at the moment it happens: the expiry pager runs every ten minutes by default, and a tombstone remains for the metadata purge interval, three days by default.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TOPOLOGIES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shapes, and the limit of unattended operation.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011680"/>
            <a:ext cx="5272888" cy="2999232"/>
          </a:xfrm>
          <a:prstGeom prst="roundRect">
            <a:avLst>
              <a:gd name="adj" fmla="val 2134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212848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9264" y="2578608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sees every prompt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" y="2944368"/>
            <a:ext cx="465109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MCP servers over stdio, inside the client process. No ports, no network authorization surface.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the control. The automation scope is not needed and should not be granted.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Memory can run as a local container; the catalog is indexed locally.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goes to stderr. Attribution is the OS user, and it is not authentication.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0440" y="2011680"/>
            <a:ext cx="5272888" cy="2999232"/>
          </a:xfrm>
          <a:prstGeom prst="roundRect">
            <a:avLst>
              <a:gd name="adj" fmla="val 2134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71336" y="2212848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71336" y="2578608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is present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71336" y="2944368"/>
            <a:ext cx="465109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servers over Streamable HTTP, behind OIDC with audience validation, on bound ports.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Admin MCP the automation scope replaces confirmation, and the hard ceiling and guardrails replace human judgment.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Couchbase MCP has no equivalent, so run it read-only or disable its write tools.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to a private rotating file, preserved across rotation, and fatal at startup if unwritable.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is not scale. It is whether a human is present at the moment of action.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8C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AN OPERATOR SHOULD SPEND THEIR ATTENTION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decisions that decide whether any of this holds.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1938528"/>
            <a:ext cx="310896" cy="310896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9659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901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one identity provider across all four components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833872" y="1901952"/>
            <a:ext cx="5699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speak OIDC. Two issuers means two revocation stories, and revocation is the control that matters when something goes wrong.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58368" y="2651760"/>
            <a:ext cx="310896" cy="310896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67919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26151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hard ceiling before the first unattended run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33872" y="2615184"/>
            <a:ext cx="5699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ships empty. An unset ceiling protects nothing, and the recommended list is documentation rather than enforcement.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8368" y="3364992"/>
            <a:ext cx="310896" cy="310896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39242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97280" y="33284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Capella project allowlist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33872" y="3328416"/>
            <a:ext cx="5699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operations fail closed when it is unset, but a team that discovers this during an incident will reach for the escape hatch.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" y="4078224"/>
            <a:ext cx="310896" cy="310896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410565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40416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catalog bucket as production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33872" y="4041648"/>
            <a:ext cx="5699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holds the definitions of what your agents may do. Write access to it is write access to agent behavior everywhere it is consumed.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" y="4791456"/>
            <a:ext cx="310896" cy="310896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8188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97280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traces a retention policy on day one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833872" y="4754880"/>
            <a:ext cx="5699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ordinary documents in an ordinary bucket, and growth may force you to scale the cluster.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 the emergency stop once. A control that has never been exercised is an assumption.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GAPS, CAVEATS AND 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design cannot promise.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3438144" cy="3017520"/>
          </a:xfrm>
          <a:prstGeom prst="roundRect">
            <a:avLst>
              <a:gd name="adj" fmla="val 2121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084832"/>
            <a:ext cx="2852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documented by Couchbase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50976" y="2505456"/>
            <a:ext cx="285292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named data-lifecycle best practice for agent traces or memory.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archival pattern here is assembled from documented primitives, not from a published reference.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catalog wrapper for MCP tools is ordinary use of a supported record kind, but the pattern itself is undocumented.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52544" y="1883664"/>
            <a:ext cx="3438144" cy="3017520"/>
          </a:xfrm>
          <a:prstGeom prst="roundRect">
            <a:avLst>
              <a:gd name="adj" fmla="val 2121"/>
            </a:avLst>
          </a:prstGeom>
          <a:solidFill>
            <a:srgbClr val="FBCF95"/>
          </a:solidFill>
          <a:ln w="12700">
            <a:solidFill>
              <a:srgbClr val="FBCF9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2084832"/>
            <a:ext cx="2852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 this repository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45152" y="2505456"/>
            <a:ext cx="285292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ceiling ships empty, and the recommended list is documentation rather than enforcement.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Couchbase MCP confirmation gate cannot be used as a brake, because a client that cannot elicit proceeds without asking.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883664"/>
            <a:ext cx="3438144" cy="3017520"/>
          </a:xfrm>
          <a:prstGeom prst="roundRect">
            <a:avLst>
              <a:gd name="adj" fmla="val 212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084832"/>
            <a:ext cx="2852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to settle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39328" y="2505456"/>
            <a:ext cx="285292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durations, and whether any regulatory period applies, are your enterprise's decision.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memory pointer has to point somewhere with a retention and access policy of its own.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about Couchbase products were checked against published documentation. Statements about the Admin MCP Server were read out of the repository.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Couchbase Operations - Architecture</dc:title>
  <dc:subject>PptxGenJS Presentation</dc:subject>
  <dc:creator>Couchbase</dc:creator>
  <cp:lastModifiedBy>Couchbase</cp:lastModifiedBy>
  <cp:revision>1</cp:revision>
  <dcterms:created xsi:type="dcterms:W3CDTF">2026-08-06T00:09:30Z</dcterms:created>
  <dcterms:modified xsi:type="dcterms:W3CDTF">2026-08-06T00:09:30Z</dcterms:modified>
</cp:coreProperties>
</file>